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50" y="839403"/>
            <a:ext cx="2117680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IIT-PATNA-PROJECTS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60350" y="1004507"/>
            <a:ext cx="8697655" cy="177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988"/>
              </a:lnSpc>
              <a:buNone/>
            </a:pPr>
            <a:r>
              <a:rPr lang="en-US" sz="4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IIT-Patna-Projects:</a:t>
            </a:r>
            <a:endParaRPr lang="en-US" sz="4400" dirty="0"/>
          </a:p>
          <a:p>
            <a:pPr algn="l" indent="0" marL="0">
              <a:lnSpc>
                <a:spcPct val="91988"/>
              </a:lnSpc>
              <a:buNone/>
            </a:pPr>
            <a:r>
              <a:rPr lang="en-US" sz="4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Ideas into Real-</a:t>
            </a:r>
            <a:endParaRPr lang="en-US" sz="4400" dirty="0"/>
          </a:p>
          <a:p>
            <a:pPr algn="l" indent="0" marL="0">
              <a:lnSpc>
                <a:spcPct val="91988"/>
              </a:lnSpc>
              <a:buNone/>
            </a:pPr>
            <a:r>
              <a:rPr lang="en-US" sz="4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Solutions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60350" y="3088767"/>
            <a:ext cx="5178570" cy="262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Ideas into Real-World Solutions.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50" y="5609489"/>
            <a:ext cx="1498907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22934" y="5609489"/>
            <a:ext cx="717152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85518" y="5609489"/>
            <a:ext cx="1724837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Systems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48251" y="5609489"/>
            <a:ext cx="1220728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110984" y="5609489"/>
            <a:ext cx="238352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973568" y="5582270"/>
            <a:ext cx="105538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928"/>
              </a:lnSpc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50" dirty="0"/>
          </a:p>
          <a:p>
            <a:pPr algn="l" indent="0" marL="0">
              <a:lnSpc>
                <a:spcPct val="114928"/>
              </a:lnSpc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1546970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WORKSPACE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22960"/>
            <a:ext cx="11616832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for building complete working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800606"/>
            <a:ext cx="7809733" cy="70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</a:t>
            </a:r>
            <a:pPr algn="l" indent="0" marL="0">
              <a:buNone/>
            </a:pPr>
            <a:r>
              <a:rPr lang="en-US" sz="48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system.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684678"/>
            <a:ext cx="12032941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922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 GitHub organization for technology projects, practical implementations, experimentation,</a:t>
            </a:r>
            <a:endParaRPr lang="en-US" sz="1800" dirty="0"/>
          </a:p>
          <a:p>
            <a:pPr algn="l" indent="0" marL="0">
              <a:lnSpc>
                <a:spcPct val="126922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technical learning.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4167118"/>
            <a:ext cx="1228250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38200" y="4564423"/>
            <a:ext cx="283983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40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technologies into</a:t>
            </a:r>
            <a:endParaRPr lang="en-US" sz="1600" dirty="0"/>
          </a:p>
          <a:p>
            <a:pPr algn="l" indent="0" marL="0">
              <a:lnSpc>
                <a:spcPct val="12240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applications.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48200" y="4167118"/>
            <a:ext cx="1290001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48200" y="4564423"/>
            <a:ext cx="29426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40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system behavior under</a:t>
            </a:r>
            <a:endParaRPr lang="en-US" sz="1600" dirty="0"/>
          </a:p>
          <a:p>
            <a:pPr algn="l" indent="0" marL="0">
              <a:lnSpc>
                <a:spcPct val="12240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conditions.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4167118"/>
            <a:ext cx="668855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4564423"/>
            <a:ext cx="267681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40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knowledge from</a:t>
            </a:r>
            <a:endParaRPr lang="en-US" sz="1600" dirty="0"/>
          </a:p>
          <a:p>
            <a:pPr algn="l" indent="0" marL="0">
              <a:lnSpc>
                <a:spcPct val="12240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engineering.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6057164"/>
            <a:ext cx="7283453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emphasis is complete working systems, rather than technologies learned in isolation.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2117680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OBJECTIVES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22960"/>
            <a:ext cx="7310805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objectives drive every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827587"/>
            <a:ext cx="2997322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practical solutions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249848"/>
            <a:ext cx="534981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software and technology that address real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needs.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827587"/>
            <a:ext cx="3406391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modern computing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249848"/>
            <a:ext cx="4408362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cloud platforms and emerging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technologies.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285037"/>
            <a:ext cx="2969601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system quality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707298"/>
            <a:ext cx="5003269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application performance, security, and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4285037"/>
            <a:ext cx="2999894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evidence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4707298"/>
            <a:ext cx="4879421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technical knowledge and experimental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2003538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22960"/>
            <a:ext cx="10106245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technical domains, one engineering practice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491064"/>
            <a:ext cx="358514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and Distributed</a:t>
            </a:r>
            <a:endParaRPr lang="en-US" sz="1700" dirty="0"/>
          </a:p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264183"/>
            <a:ext cx="3610044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Scaling, load balancing, serverless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95800" y="2491064"/>
            <a:ext cx="286472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and Infrastructure</a:t>
            </a:r>
            <a:endParaRPr lang="en-US" sz="1700" dirty="0"/>
          </a:p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95800" y="3202348"/>
            <a:ext cx="3453409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containers, infrastructure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53400" y="2491064"/>
            <a:ext cx="309825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Monitoring and</a:t>
            </a:r>
            <a:endParaRPr lang="en-US" sz="1700" dirty="0"/>
          </a:p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Engineering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153400" y="3202348"/>
            <a:ext cx="3227548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dashboards, recovery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977089"/>
            <a:ext cx="327860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and Information</a:t>
            </a:r>
            <a:endParaRPr lang="en-US" sz="1700" dirty="0"/>
          </a:p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5750208"/>
            <a:ext cx="3149983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control, least privilege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95800" y="4977089"/>
            <a:ext cx="32201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and Data</a:t>
            </a:r>
            <a:endParaRPr lang="en-US" sz="1700" dirty="0"/>
          </a:p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5800" y="5688373"/>
            <a:ext cx="2837499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pipelines, notebooks,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53400" y="4977089"/>
            <a:ext cx="274220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Application</a:t>
            </a:r>
            <a:endParaRPr lang="en-US" sz="1700" dirty="0"/>
          </a:p>
          <a:p>
            <a:pPr algn="l" indent="0" marL="0">
              <a:lnSpc>
                <a:spcPct val="115224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153400" y="5750208"/>
            <a:ext cx="2809944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apps, APIs, databases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2117680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TOOLKIT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22960"/>
            <a:ext cx="7401268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stack, chosen per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66775" y="2071618"/>
            <a:ext cx="1524575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6775" y="2459398"/>
            <a:ext cx="1733861" cy="885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Java, C,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TypeScript, 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62375" y="2071618"/>
            <a:ext cx="1028495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762375" y="2521233"/>
            <a:ext cx="1871626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HTML, CSS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05575" y="2071618"/>
            <a:ext cx="988739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05575" y="2521233"/>
            <a:ext cx="1960812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REST APIs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248775" y="2071618"/>
            <a:ext cx="697015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248775" y="2459398"/>
            <a:ext cx="2384276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Microsoft Azure,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6775" y="4252843"/>
            <a:ext cx="911759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6775" y="4640623"/>
            <a:ext cx="1798535" cy="885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Jenkins,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62375" y="4252843"/>
            <a:ext cx="1224749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62375" y="4640623"/>
            <a:ext cx="1437157" cy="885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05575" y="4252843"/>
            <a:ext cx="1193571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5575" y="4640623"/>
            <a:ext cx="2226589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MySQL,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48775" y="4252843"/>
            <a:ext cx="1439857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48775" y="4640623"/>
            <a:ext cx="2023722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NumPy, pandas,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Matplotlib, Jupyter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6057164"/>
            <a:ext cx="2955161" cy="182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choices vary by project.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546735"/>
            <a:ext cx="12198449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ShopScale: planned e-commerce scalability and reliability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490" y="1291216"/>
            <a:ext cx="3108586" cy="18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9C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 / IN DEVELOPMENT</a:t>
            </a:r>
            <a:endParaRPr lang="en-US" sz="1280" dirty="0"/>
          </a:p>
        </p:txBody>
      </p:sp>
      <p:sp>
        <p:nvSpPr>
          <p:cNvPr id="4" name="Text 2"/>
          <p:cNvSpPr txBox="1"/>
          <p:nvPr/>
        </p:nvSpPr>
        <p:spPr>
          <a:xfrm>
            <a:off x="3797201" y="1291216"/>
            <a:ext cx="3997255" cy="18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9C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COMPLETED DEPLOYMENT CLAIMED</a:t>
            </a:r>
            <a:endParaRPr lang="en-US" sz="1280" dirty="0"/>
          </a:p>
        </p:txBody>
      </p:sp>
      <p:sp>
        <p:nvSpPr>
          <p:cNvPr id="5" name="Text 3"/>
          <p:cNvSpPr txBox="1"/>
          <p:nvPr/>
        </p:nvSpPr>
        <p:spPr>
          <a:xfrm>
            <a:off x="838200" y="4805293"/>
            <a:ext cx="2027281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storefront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5196393"/>
            <a:ext cx="298705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catalog, cart, inventory,</a:t>
            </a:r>
            <a:endParaRPr lang="en-US" sz="1400" dirty="0"/>
          </a:p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checkout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48200" y="4805293"/>
            <a:ext cx="2289165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experiments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48200" y="5196393"/>
            <a:ext cx="289838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customer journeys,</a:t>
            </a:r>
            <a:endParaRPr lang="en-US" sz="1400" dirty="0"/>
          </a:p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traffic, performance</a:t>
            </a:r>
            <a:endParaRPr lang="en-US" sz="1400" dirty="0"/>
          </a:p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4805293"/>
            <a:ext cx="2064510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evaluation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5196393"/>
            <a:ext cx="305956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evaluation, recovery testing,</a:t>
            </a:r>
            <a:endParaRPr lang="en-US" sz="1400" dirty="0"/>
          </a:p>
          <a:p>
            <a:pPr algn="l" indent="0" marL="0">
              <a:lnSpc>
                <a:spcPct val="125931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546735"/>
            <a:ext cx="12156633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and cloud-native research: areas of exploration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220403"/>
            <a:ext cx="4742943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EXPLORATION · NOT VERIFIED IMPLEMENTATION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73026" y="4957693"/>
            <a:ext cx="1060402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73026" y="5335948"/>
            <a:ext cx="2808995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computing and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Function-as-a-Service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07409" y="4957693"/>
            <a:ext cx="1396711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07409" y="5335948"/>
            <a:ext cx="3581425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workflows, hybrid and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architectures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41791" y="4957693"/>
            <a:ext cx="1177858" cy="24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141791" y="5335948"/>
            <a:ext cx="3379067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and performance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1661112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QUALITY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22960"/>
            <a:ext cx="11993197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Dependable applications need observability and security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75922" y="1522787"/>
            <a:ext cx="1726942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75922" y="2006883"/>
            <a:ext cx="3814817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logging, resource utilization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75922" y="3161087"/>
            <a:ext cx="1098218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75922" y="3654708"/>
            <a:ext cx="3149982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control, least privilege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5922" y="4808912"/>
            <a:ext cx="1277503" cy="29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75922" y="5231173"/>
            <a:ext cx="4283847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testing, incident detection,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2117680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22960"/>
            <a:ext cx="8497085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first, then measure everything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4641" y="4016658"/>
            <a:ext cx="5590768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functional prototypes before adding complexity.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34641" y="4297723"/>
            <a:ext cx="4303682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assumptions through controlled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34641" y="4945423"/>
            <a:ext cx="5347146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outcomes instead of making unsupported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49641" y="3954823"/>
            <a:ext cx="452504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architecture, setup, testing, and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49641" y="4654833"/>
            <a:ext cx="4875081" cy="23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Collaborate, review, and continuously improve.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20328"/>
            <a:ext cx="3144957" cy="16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E8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IIT-PATNA-PROJECTS · VISION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9963"/>
            <a:ext cx="8986888" cy="135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823"/>
              </a:lnSpc>
              <a:buNone/>
            </a:pPr>
            <a:r>
              <a:rPr lang="en-US" sz="54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Building.</a:t>
            </a:r>
            <a:endParaRPr lang="en-US" sz="5400" dirty="0"/>
          </a:p>
          <a:p>
            <a:pPr algn="l" indent="0" marL="0">
              <a:lnSpc>
                <a:spcPct val="85823"/>
              </a:lnSpc>
              <a:buNone/>
            </a:pPr>
            <a:r>
              <a:rPr lang="en-US" sz="54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by Experimenting.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627653"/>
            <a:ext cx="12051943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922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meaningful collection of practical projects across cloud engineering, DevOps, distributed systems, AI,</a:t>
            </a:r>
            <a:endParaRPr lang="en-US" sz="1800" dirty="0"/>
          </a:p>
          <a:p>
            <a:pPr algn="l" indent="0" marL="0">
              <a:lnSpc>
                <a:spcPct val="126922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cybersecurity, and emerging technologies.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800" y="5631223"/>
            <a:ext cx="3927635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Technical Concepts to Practical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781800" y="5631223"/>
            <a:ext cx="4509708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projects. Controlled experiments.</a:t>
            </a:r>
            <a:endParaRPr lang="en-US" sz="1600" dirty="0"/>
          </a:p>
          <a:p>
            <a:pPr algn="l" indent="0" marL="0">
              <a:lnSpc>
                <a:spcPct val="126488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learning.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IIT-Patna-Projects: Engineering Ideas into Real-World Solutions</dc:title>
  <dc:subject>PptxGenJS Presentation</dc:subject>
  <dc:creator>PptxGenJS</dc:creator>
  <cp:lastModifiedBy>PptxGenJS</cp:lastModifiedBy>
  <cp:revision>1</cp:revision>
  <dcterms:created xsi:type="dcterms:W3CDTF">2026-10-24T15:47:53Z</dcterms:created>
  <dcterms:modified xsi:type="dcterms:W3CDTF">2026-10-24T15:47:53Z</dcterms:modified>
</cp:coreProperties>
</file>